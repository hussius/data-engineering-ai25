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49373" y="1178691"/>
            <a:ext cx="103904" cy="1039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45815" y="1752202"/>
            <a:ext cx="88504" cy="885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21802" y="964532"/>
            <a:ext cx="133184" cy="133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27979" y="1455523"/>
            <a:ext cx="73554" cy="735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66862" y="883576"/>
            <a:ext cx="86648" cy="866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099" y="1703768"/>
            <a:ext cx="125960" cy="125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85045" y="2023037"/>
            <a:ext cx="97623" cy="976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99146" y="1001111"/>
            <a:ext cx="125454" cy="1254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93342" y="529384"/>
            <a:ext cx="123792" cy="123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03517" y="1994282"/>
            <a:ext cx="167757" cy="1677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05447" y="1478352"/>
            <a:ext cx="81870" cy="818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59435" y="995359"/>
            <a:ext cx="94780" cy="947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87281" y="688225"/>
            <a:ext cx="78869" cy="788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80324" y="1036836"/>
            <a:ext cx="97050" cy="970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81318" y="942685"/>
            <a:ext cx="171931" cy="17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29998" y="2014142"/>
            <a:ext cx="83538" cy="835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84758" y="2043658"/>
            <a:ext cx="141519" cy="1415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03586" y="485898"/>
            <a:ext cx="116631" cy="1166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79348" y="776840"/>
            <a:ext cx="86808" cy="8680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96170" y="1064574"/>
            <a:ext cx="101668" cy="1016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07777" y="1413557"/>
            <a:ext cx="166414" cy="166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71487" y="1405643"/>
            <a:ext cx="113710" cy="1137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57097" y="1434917"/>
            <a:ext cx="110922" cy="11092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1353" y="1639713"/>
            <a:ext cx="154316" cy="1543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978688" y="2014610"/>
            <a:ext cx="152469" cy="1524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245437" y="1671030"/>
            <a:ext cx="139517" cy="1395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76017" y="711494"/>
            <a:ext cx="125785" cy="12578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8 · BLOCK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How do we run pipeline steps in the right order?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You already coordinate work with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14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workflow can start at a set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22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Steps in a job run one after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0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0" y="30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You can see when a workflow fails and read its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8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Rerun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000" y="38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You can start the workflow again after a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00" y="493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For a small pipeline, this may be all you need.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Some steps must wait for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14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Fetch data → check data → build features → train 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3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A second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23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Price data and weather data can be fetched separately.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2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The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0" y="32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Build features only when both sources are 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443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A DAG is a drawing of these tasks and their dependencies. An arrow means “this must finish first”.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THREE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Where does a task-based tool help?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1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60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What depends on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7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tool can show which task must finish before the next one 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70000"/>
            <a:ext cx="10800000" cy="1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302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What failed?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39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You can inspect one failed task and try it again without rerunning every successful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0000"/>
            <a:ext cx="10800000" cy="1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444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What about older dates?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81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backfill runs the pipeline for past dates, if the code supports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YOUR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61"/>
                </a:solidFill>
                <a:latin typeface="Calibri"/>
              </a:rPr>
              <a:t>Do not rebuild your project in Airflow.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Draw your current pipeline as a DAG. Mark one dependency that is not written down and explain how you would safely rerun a failed day. Keep GitHub Actions if it meets your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49373" y="1178691"/>
            <a:ext cx="103904" cy="1039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45815" y="1752202"/>
            <a:ext cx="88504" cy="885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21802" y="964532"/>
            <a:ext cx="133184" cy="133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27979" y="1455523"/>
            <a:ext cx="73554" cy="735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66862" y="883576"/>
            <a:ext cx="86648" cy="866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099" y="1703768"/>
            <a:ext cx="125960" cy="125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85045" y="2023037"/>
            <a:ext cx="97623" cy="976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99146" y="1001111"/>
            <a:ext cx="125454" cy="1254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93342" y="529384"/>
            <a:ext cx="123792" cy="123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03517" y="1994282"/>
            <a:ext cx="167757" cy="1677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05447" y="1478352"/>
            <a:ext cx="81870" cy="818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59435" y="995359"/>
            <a:ext cx="94780" cy="947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87281" y="688225"/>
            <a:ext cx="78869" cy="788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80324" y="1036836"/>
            <a:ext cx="97050" cy="970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81318" y="942685"/>
            <a:ext cx="171931" cy="17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29998" y="2014142"/>
            <a:ext cx="83538" cy="835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84758" y="2043658"/>
            <a:ext cx="141519" cy="1415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03586" y="485898"/>
            <a:ext cx="116631" cy="1166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79348" y="776840"/>
            <a:ext cx="86808" cy="8680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96170" y="1064574"/>
            <a:ext cx="101668" cy="1016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07777" y="1413557"/>
            <a:ext cx="166414" cy="166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71487" y="1405643"/>
            <a:ext cx="113710" cy="1137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57097" y="1434917"/>
            <a:ext cx="110922" cy="11092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1353" y="1639713"/>
            <a:ext cx="154316" cy="1543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978688" y="2014610"/>
            <a:ext cx="152469" cy="1524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245437" y="1671030"/>
            <a:ext cx="139517" cy="1395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76017" y="711494"/>
            <a:ext cx="125785" cy="12578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8 · BLOCK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Airflow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One example of a tool that runs tasks in a chosen order.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FOUR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Enough Airflow vocabulary for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14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The tasks and the arrows between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8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228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One step, such as fetching data or training a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11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0" y="311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One execution of the DAG, often for a particular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94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Backfill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000" y="394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Run the same pipeline for older 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7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00" y="505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Airflow runs the tasks. Your code still has to do the work and handle reruns safely.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YOUR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Translate a familiar workflow into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0000" y="145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scheduled workflow runs your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28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Airflow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228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A schedule starts a DAG. Arrows say which task waits for which.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11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If one task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0" y="311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Inspect its log and retry that task. Tasks that depend on it must wait.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940000"/>
            <a:ext cx="24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For older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000" y="3940000"/>
            <a:ext cx="71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Backfill can make separate runs for those 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7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00" y="505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Neither tool fixes duplicate data automatically. Make reruns safe in your own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IF WE SHOW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Look for these three things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1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60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The arrows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7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Which tasks can start together? Which must wait?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70000"/>
            <a:ext cx="10800000" cy="1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302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 failed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339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What did not run because it depended on the failure?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0000"/>
            <a:ext cx="10800000" cy="1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444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 rerun or backfill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481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Which task or date is being run again?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0000"/>
            <a:ext cx="11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E2761"/>
                </a:solidFill>
                <a:latin typeface="Calibri"/>
              </a:rPr>
              <a:t>Use the idea, not the extra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00000"/>
            <a:ext cx="10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4506B"/>
                </a:solidFill>
                <a:latin typeface="Calibri"/>
              </a:rPr>
              <a:t>In today's exercise, draw your own DAG and identify a real risk in your pipeline. You do not need to install Airflow or change your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599</Words>
  <Application>Microsoft Macintosh PowerPoint</Application>
  <PresentationFormat>Bredbild</PresentationFormat>
  <Paragraphs>92</Paragraphs>
  <Slides>10</Slides>
  <Notes>0</Notes>
  <HiddenSlides>2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huss</cp:lastModifiedBy>
  <cp:revision>1</cp:revision>
  <dcterms:created xsi:type="dcterms:W3CDTF">2013-01-27T09:14:16Z</dcterms:created>
  <dcterms:modified xsi:type="dcterms:W3CDTF">2026-09-27T15:09:41Z</dcterms:modified>
  <cp:category/>
</cp:coreProperties>
</file>